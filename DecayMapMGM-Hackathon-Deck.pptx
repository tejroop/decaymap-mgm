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77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943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DecayMap MGM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5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DECAY INTELLIGENCE PLATFORM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where urban decay will spread next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19 open datasets and explainable 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Vibes Hackathon  |  Stream 3: Smart Cities  |  March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Chandavi</a:t>
            </a: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Burra|  Solo Project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decay spreads like a contagion.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block deteriorates, adjacent blocks follow within 12-18 months. By the time visible blight appears, intervention is 3-5 years too late. Montgomery has no tool to see WHERE decay will spread NEXT.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3108960" cy="9144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64008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943600" y="1097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78,716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violations recorded — scattered across siloed databases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103120"/>
            <a:ext cx="3108960" cy="9144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5669280" y="2103120"/>
            <a:ext cx="64008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594360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207K+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complaints — no unified view of decay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3200400"/>
            <a:ext cx="3108960" cy="9144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5669280" y="320040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594360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with accelerating decay — and spreading to neighbors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22960" y="42793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"City planners need a </a:t>
            </a:r>
            <a:r>
              <a:rPr lang="en-US" sz="14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lens</a:t>
            </a: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rearview mirror."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transforms 19 disconnected open datasets into a unified urban decay intelligence platform — predicting where blight will spread next and explaining every rating in plain English.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0848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Blight Scoring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4-dimension composite score for each of 403 city blocks — measures velocity, commercial decline, infrastructure, and anchor strength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4937760" y="1965960"/>
            <a:ext cx="594360" cy="59436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0848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Contagion Corridors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detect connected chains of high-risk blocks where decay is spreading geographically — the breakthrough feature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5021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NLG system: insight cards, chat panel, full explorer — every answer traces to real data, no black boxes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6"/>
          <p:cNvSpPr/>
          <p:nvPr/>
        </p:nvSpPr>
        <p:spPr>
          <a:xfrm>
            <a:off x="4937760" y="338328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5021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PWA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Offline-capable, installable on any device, cross-device sync via Supabase — works in the field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0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4-Dimensional Blight Score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scores 0-100 across four weighted dimensions — percentile-normalized across all 403 neighborhoods.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8580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9436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 Velocity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64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conditions deteriorate — density of code violations, 311 complaints, nuisance reports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673352"/>
            <a:ext cx="2468880" cy="18288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5943600" y="1673352"/>
            <a:ext cx="2468880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8046720" cy="68580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594360" cy="4114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Decline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587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vitality loss — distance to food, pharmacies, high-traffic locations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496312"/>
            <a:ext cx="2468880" cy="18288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5943600" y="2496312"/>
            <a:ext cx="1763486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59436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Stress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410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public services — traffic engineering requests + environmental nuisance density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319272"/>
            <a:ext cx="2468880" cy="18288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5943600" y="3319272"/>
            <a:ext cx="1410789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731520" y="4023360"/>
            <a:ext cx="59436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731520" y="4023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Strength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233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Stabilizing institutions (inverted) — proximity to schools, parks, community centers, fire/police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4142232"/>
            <a:ext cx="2468880" cy="18288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5943600" y="4142232"/>
            <a:ext cx="1410789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54864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Color Ramp: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4617720"/>
            <a:ext cx="731520" cy="2286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1920240" y="4617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0" y="4617720"/>
            <a:ext cx="731520" cy="22860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2743200" y="4617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66160" y="4617720"/>
            <a:ext cx="7315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3566160" y="4617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20-39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89120" y="4617720"/>
            <a:ext cx="731520" cy="2286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4389120" y="4617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40-49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12080" y="4617720"/>
            <a:ext cx="73152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41"/>
          <p:cNvSpPr/>
          <p:nvPr/>
        </p:nvSpPr>
        <p:spPr>
          <a:xfrm>
            <a:off x="5212080" y="4617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50-64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35040" y="4617720"/>
            <a:ext cx="731520" cy="2286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Text 43"/>
          <p:cNvSpPr/>
          <p:nvPr/>
        </p:nvSpPr>
        <p:spPr>
          <a:xfrm>
            <a:off x="6035040" y="4617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58000" y="4617720"/>
            <a:ext cx="731520" cy="22860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7" name="Shape 4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8" name="Text 46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Blight Contagion Corridors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 Feature — Graph algorithms detect connected chains of 3+ high-risk blocks within 1.8km where decay is spreading geographically, borrowed from epidemiology.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02920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blocks  •  Avg Score: 58.9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810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North MGM Residential #4 (61.9 — worst in city)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1645920"/>
            <a:ext cx="91440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4980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8046720" cy="64008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64008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777240" y="2377440"/>
            <a:ext cx="502920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blocks  •  Avg Score: 55.6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5877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West Montgomery Industrial #1 (57.6)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2423160"/>
            <a:ext cx="91440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49808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64008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777240" y="3154680"/>
            <a:ext cx="502920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77724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blocks  •  Avg Score: 55.2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33649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South Blvd Residential #3 (60.5)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3200400"/>
            <a:ext cx="91440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74980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64008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777240" y="3931920"/>
            <a:ext cx="502920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777240" y="3931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blocks  •  Avg Score: 52.6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3040" y="41422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Midtown Commercial #2 (58.7)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3977640"/>
            <a:ext cx="91440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749808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Fixing one block in isolation fails — neighboring blocks pull it back down. Coordinated multi-block strategies required.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at Scale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datasets  •  290,000+ data points  •  403 city blocks analyzed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14173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60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 Signals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Violations (78,716)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Requests (207,127)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Nuisance (330)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14173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060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Vitality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Inspections (1,337)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Visited Places (100)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Locator (33)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06040" cy="14173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Engineering (360)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Police (33)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Shelters (6)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2606040" cy="14173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6060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Anchors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(114)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 &amp; Trails (97)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Centers (21)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606040" cy="14173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3383280" y="2971800"/>
            <a:ext cx="2606040" cy="457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356616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Parcels (2,036)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Limit (1)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Sirens (76)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2606040" cy="14173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606040" cy="45720"/>
          </a:xfrm>
          <a:prstGeom prst="rect">
            <a:avLst/>
          </a:prstGeom>
          <a:solidFill>
            <a:srgbClr val="57534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4008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 Calls (156K+)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KPIs (12)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Population (1K)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Natural Language Generation — no external LLM, works offline, fully auditable. Every answer traces to specific data points.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" cy="8229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1: Narrative Insight Cards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Rating" traces score to top risk dimensions. "Recommended Action" prioritizes interventions. "Service Access" analyzes equity gaps.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64008" cy="8229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560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2: Chat Panel Overlay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8803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conversational AI on the map — context-aware Q&amp;A that updates when you select a block. Ask: "Why is my area at risk?"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566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3: Full-Page AI Explorer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88620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workspace with critical blocks browser + chat history. Click any block to auto-generate explanation. Navigate to map view.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explainability, not marketing: deterministic, auditable, traceable to raw data. Eliminates "black box" objections from city officials.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4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Zero-backend architecture — no servers, no API keys, static JSON (&lt;600KB), deployable free.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REST APIs  →  Python Pipeline (GeoPandas/Shapely)  →  Static JSON  →  React 19 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931920" cy="12801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931920" cy="457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483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377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5.9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(build tool)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(interactive maps)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(charts)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920240"/>
            <a:ext cx="3931920" cy="12801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4754880" y="1920240"/>
            <a:ext cx="39319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8483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&amp; PWA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2377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Workbox (offline caching)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8 (iOS/Android)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auto-updates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Supabase sync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337560"/>
            <a:ext cx="3931920" cy="12801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4"/>
          <p:cNvSpPr/>
          <p:nvPr/>
        </p:nvSpPr>
        <p:spPr>
          <a:xfrm>
            <a:off x="548640" y="3337560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021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152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GeoPandas/Shapely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ArcGIS REST endpoints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graph algorithm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joins + clustering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 output (&lt;600KB)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3337560"/>
            <a:ext cx="3931920" cy="12801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18"/>
          <p:cNvSpPr/>
          <p:nvPr/>
        </p:nvSpPr>
        <p:spPr>
          <a:xfrm>
            <a:off x="4754880" y="3337560"/>
            <a:ext cx="393192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021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3776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NLG system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output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 engine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explanations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2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Highlights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06040" cy="16459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417320" y="1188720"/>
            <a:ext cx="640080" cy="64008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3075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 City Blocks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Grid-clustered from 2,036 zoning parcels with named areas + 100 landmarks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005840"/>
            <a:ext cx="2606040" cy="16459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3075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Corridor Polylines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2044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lines on map connecting high-risk blocks visually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2606040" cy="16459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1"/>
          <p:cNvSpPr/>
          <p:nvPr/>
        </p:nvSpPr>
        <p:spPr>
          <a:xfrm>
            <a:off x="7086600" y="1188720"/>
            <a:ext cx="640080" cy="64008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30759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Detail Cards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5508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score, 4 dimension bars, violation counts, AI explainer button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2834640"/>
            <a:ext cx="2606040" cy="16459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1417320" y="3017520"/>
            <a:ext cx="640080" cy="64008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313639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 Charts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5800" y="40050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4-axis visualization per block showing score dimension balance at a glance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83280" y="2834640"/>
            <a:ext cx="2606040" cy="16459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Shape 19"/>
          <p:cNvSpPr/>
          <p:nvPr/>
        </p:nvSpPr>
        <p:spPr>
          <a:xfrm>
            <a:off x="4251960" y="3017520"/>
            <a:ext cx="640080" cy="64008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832" y="313639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Sort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20440" y="40050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risk level, trend, corridor membership — filter to critical blocks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17920" y="2834640"/>
            <a:ext cx="2606040" cy="164592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3"/>
          <p:cNvSpPr/>
          <p:nvPr/>
        </p:nvSpPr>
        <p:spPr>
          <a:xfrm>
            <a:off x="7086600" y="3017520"/>
            <a:ext cx="640080" cy="64008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136392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Offline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355080" y="40050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with Workbox caching — tiles 7 days, assets cached, installable app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Text 27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Design Language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investigative journalism aesthetic — makes urban data accessible and human, not cold or bureaucratic.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4008" cy="1234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(serif headings)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Sans 3 (body text)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report aesthetic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64008" cy="12344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(#FAF7F2) background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grays + amber accents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Burgundy → green score ramp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Aesthetic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 light tiles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polygons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corridor lines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3931920" cy="123444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Experience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 bar (Map/Corridors/AI)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for block details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header with live stats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DecayMap</a:t>
            </a: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MGM  at a Glance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920240" cy="457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Blocks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0515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2697480" y="1051560"/>
            <a:ext cx="19202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Blight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19202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(North MGM)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10515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6995160" y="105156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99516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70,273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1920240" cy="457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143K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28803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2697480" y="2880360"/>
            <a:ext cx="1920240" cy="4572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2697480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69748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8803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846320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84632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95160" y="2880360"/>
            <a:ext cx="1920240" cy="160020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6995160" y="2880360"/>
            <a:ext cx="19202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6995160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99516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Blocks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4532520" cy="1371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5081160" y="4709160"/>
            <a:ext cx="2515848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7597008" y="4709160"/>
            <a:ext cx="798682" cy="1371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8395690" y="4709160"/>
            <a:ext cx="199670" cy="1371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Vision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64008" cy="8229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68680" y="1143000"/>
            <a:ext cx="502920" cy="50292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161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0515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City Planners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13441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where decay spreads next. Target multi-block interventions at contagion corridors instead of isolated code enforcement.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64008" cy="8229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219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0574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Residents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00200" y="2350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"why is my block at risk?" and get a transparent, data-backed answer. Advocate for investment with evidence, not anecdotes.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4A1C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548640" y="297180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4"/>
          <p:cNvSpPr/>
          <p:nvPr/>
        </p:nvSpPr>
        <p:spPr>
          <a:xfrm>
            <a:off x="868680" y="3154680"/>
            <a:ext cx="502920" cy="502920"/>
          </a:xfrm>
          <a:prstGeom prst="ellipse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278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063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Community Orgs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00200" y="33558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Grant-ready data: composite scores, corridor analysis, and equity metrics for CDBG/HUD federal funding applications.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solidFill>
            <a:srgbClr val="2A0F1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062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41605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Platform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280160" y="44074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any city with ArcGIS data. 97% of US cities use ArcGIS — making DecayMap instantly portable across 274 cities with 100K+ population.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1"/>
          <p:cNvSpPr/>
          <p:nvPr/>
        </p:nvSpPr>
        <p:spPr>
          <a:xfrm>
            <a:off x="45720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 MGM  |  World Wide Vibes Hackathon  |  Stream 3: Smart Cities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7772400" y="49606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DecayMap MGM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DECAY INTELLIGENCE PLATFORM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decaymap-mgm.vercel.app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github.com/tejroop/decaymap-mgm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solidFill>
            <a:srgbClr val="4A1C1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731520" y="4160520"/>
            <a:ext cx="237744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3152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Blight Contagion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4160520"/>
            <a:ext cx="2377440" cy="5029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347472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4160520"/>
            <a:ext cx="237744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621792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Zero-Backend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Infrastructure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</a:t>
            </a:r>
            <a:r>
              <a:rPr lang="en-US" sz="1000" dirty="0" err="1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Chandavi</a:t>
            </a: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Burra  |  Solo Project  |  World Wide Vibes Hackathon  |  March 2026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1411</Words>
  <Application>Microsoft Macintosh PowerPoint</Application>
  <PresentationFormat>On-screen Show (16:9)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DecayMap MGM — Urban Decay Intelligence Platform</dc:title>
  <dc:subject>PptxGenJS Presentation</dc:subject>
  <dc:creator>Roop Teja Talari</dc:creator>
  <cp:lastModifiedBy>Roop Talari</cp:lastModifiedBy>
  <cp:revision>4</cp:revision>
  <dcterms:created xsi:type="dcterms:W3CDTF">2026-03-09T13:15:00Z</dcterms:created>
  <dcterms:modified xsi:type="dcterms:W3CDTF">2026-03-09T13:20:16Z</dcterms:modified>
</cp:coreProperties>
</file>